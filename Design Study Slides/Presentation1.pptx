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051"/>
    <p:restoredTop sz="94612"/>
  </p:normalViewPr>
  <p:slideViewPr>
    <p:cSldViewPr snapToGrid="0">
      <p:cViewPr>
        <p:scale>
          <a:sx n="53" d="100"/>
          <a:sy n="53" d="100"/>
        </p:scale>
        <p:origin x="2208" y="36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12AFDB-53B0-3D9A-0F37-C475270810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9B9957-D1A3-AD63-63E5-7553354543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AD9E9E-CE65-46E2-F3D4-1DDA58950D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1FF002-DBFF-B343-80D1-F1FCF84A3E56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8C02CD-CA6D-FA6B-7E5F-2790034F5C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594347-9A4D-44B3-479B-255CD74B12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75C5B1-9BB9-F14A-A46A-EA2E60809F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16153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E2F8BA-1163-AC12-6FC9-E057E11377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0F1021-3986-04F4-FC34-D27CDF9CFE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D0EB24-6E26-BD9E-BE74-5CE854BF0A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1FF002-DBFF-B343-80D1-F1FCF84A3E56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614706-DFA4-6633-2DC0-1A8317652F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1D98B8-3922-6EE8-6BB6-2AB8B74CB4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75C5B1-9BB9-F14A-A46A-EA2E60809F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06551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02953E-C599-65B9-7EEC-3BEA4C809A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199821-1D03-1DC1-156B-BFE516CC27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83B996-6626-2E03-9BE1-A54CE6BFF3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1FF002-DBFF-B343-80D1-F1FCF84A3E56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8A0528-BB01-6383-5D5B-47A740EA12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247079-CD91-408B-9D9D-F6264001D1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75C5B1-9BB9-F14A-A46A-EA2E60809F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4095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75EDC6-6E16-B181-8664-D204A6E20B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BB1DE6-C4C4-21A0-C408-3E6E4EDBEF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9A16B1-6E82-CF5F-CDE8-BAA2367775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2F8E53-87AB-83D6-F42D-B79F26A0E9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1FF002-DBFF-B343-80D1-F1FCF84A3E56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DFB213-196D-28BB-E6FD-2E4519E256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9DE302-33FD-FF3F-8FDA-B6B9667F03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75C5B1-9BB9-F14A-A46A-EA2E60809F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17245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3F38FE-F344-EF03-D133-DA35A325A4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8B4D99-2E59-7E59-C039-36BBD8282B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0C69E3-A16A-5C39-A859-B620D9DF8C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AAA9C4D-B8CE-5824-B0A0-4219503DBEE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85FA81C-EE37-7E9E-C27C-BF310E2D271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21B37A8-2230-E4C5-66A4-CCD1CF7A43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1FF002-DBFF-B343-80D1-F1FCF84A3E56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FFCAA74-D4F6-EB13-ECBC-7BC70DE664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C75DC20-7167-535A-9429-70B213050A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75C5B1-9BB9-F14A-A46A-EA2E60809F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22906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F00DD4-1C73-28B2-0034-985B129FF1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C8734E9-F5B1-7C25-FB4C-F6C6545EBE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1FF002-DBFF-B343-80D1-F1FCF84A3E56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675762-21CC-5EB1-C7F5-775A6BDE95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2FD841-2E62-6C4B-EB9F-EC73084071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75C5B1-9BB9-F14A-A46A-EA2E60809F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01638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6D6B2B8-DBBF-FE12-5D09-91657514F4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1FF002-DBFF-B343-80D1-F1FCF84A3E56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F2B5081-7B8A-9E99-F555-6DDFAF742A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603F73-5F8B-B642-A37F-D1C64E5220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75C5B1-9BB9-F14A-A46A-EA2E60809F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4231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4B522A-283D-4071-25CB-260C5B0276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535D00-70F0-D1FF-911E-C58E5C7A87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1F5257-D141-5825-3767-D397F2FA66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EACE77-3306-A7CB-9DCB-E83F8B1FEE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1FF002-DBFF-B343-80D1-F1FCF84A3E56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50B6D0-919E-AED7-478F-5074719BCC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A3B2DF-D769-04AA-9AB8-ACB5C37D4B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75C5B1-9BB9-F14A-A46A-EA2E60809F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1743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9A5A0F-8E97-F4D5-4EEC-DED15399F9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FA00F58-04D1-C829-8E3C-2B8092132656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B6DEB0-B882-0015-F38B-A4768A5777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1F65F6-FC98-E8D3-8F29-0901BEFA94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1FF002-DBFF-B343-80D1-F1FCF84A3E56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E62F47-C7E2-0ACA-7105-B9A5B8E58E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AAF964-5C46-8AF8-BC8A-A1F84CA3FA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75C5B1-9BB9-F14A-A46A-EA2E60809F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2976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5B65F2-1CE4-244C-C859-5FD013E92A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D8506B7-F083-C9A5-C734-6B8E4D1C61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7865C6-265D-D314-2620-FDBA7D6563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1FF002-DBFF-B343-80D1-F1FCF84A3E56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9B750B-4529-FF41-EE53-22376586F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5312E9-D140-6D0C-8C8A-4062CF322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75C5B1-9BB9-F14A-A46A-EA2E60809F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03826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5C1747A-6717-DC73-1D20-FB78C557806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74793F-1C5B-FB01-8A65-076A2C4279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486548-50C8-B560-ADB9-0BB27DD6A7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1FF002-DBFF-B343-80D1-F1FCF84A3E56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8DF586-67AB-5DFC-72CE-02DD126DB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D8FB7E-6D04-5B46-62A1-053BB30811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75C5B1-9BB9-F14A-A46A-EA2E60809F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21896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466CD00-03F4-54EF-F99A-D6A734728D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7AA3F7-1B16-0022-05EF-8EA547567C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CA547D-9148-6146-3805-53FAE6D106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91FF002-DBFF-B343-80D1-F1FCF84A3E56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2F76B0-6CBE-E17F-DA75-5B82C5E787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B74E2E-0D51-CE37-714F-8CCF11BD76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B75C5B1-9BB9-F14A-A46A-EA2E60809F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87243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jpg"/><Relationship Id="rId9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E78247-E10E-F659-C510-6F763E3B961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Design Study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5B9C99-4348-8BD9-1B34-62CF983DFA8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64411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CEC27341-4ABB-43EF-9E57-10A858F925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88726" cy="6858000"/>
          </a:xfrm>
          <a:prstGeom prst="rect">
            <a:avLst/>
          </a:prstGeom>
          <a:solidFill>
            <a:srgbClr val="5647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2B98C55-54CC-433B-905F-FB0B2D2009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5953" y="484068"/>
            <a:ext cx="3414014" cy="5889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 descr="Story pin image">
            <a:extLst>
              <a:ext uri="{FF2B5EF4-FFF2-40B4-BE49-F238E27FC236}">
                <a16:creationId xmlns:a16="http://schemas.microsoft.com/office/drawing/2014/main" id="{F79E6177-CF52-3CF6-03AF-96A2A70866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4559" y="1345294"/>
            <a:ext cx="2781372" cy="4166849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19E21906-D4D4-4F16-9228-3E004930E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71968" y="485853"/>
            <a:ext cx="3575304" cy="5889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 descr="Story pin image">
            <a:extLst>
              <a:ext uri="{FF2B5EF4-FFF2-40B4-BE49-F238E27FC236}">
                <a16:creationId xmlns:a16="http://schemas.microsoft.com/office/drawing/2014/main" id="{E333222E-42A3-3A7F-6779-DA91616B5A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2567" y="1225629"/>
            <a:ext cx="2941124" cy="4406178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865BCC85-4C69-4CFB-A36A-6A489B87FF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08139" y="484069"/>
            <a:ext cx="3899229" cy="286421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91530F5-2D28-DD10-080D-2C26A0F312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9873" y="904463"/>
            <a:ext cx="3255829" cy="2018613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3A14BDAC-394B-4E9A-8ECE-61AA1A7C23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08139" y="3509152"/>
            <a:ext cx="3899229" cy="284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F6C4C2D-A9DB-FCC5-D7D0-DDAAAF37760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9873" y="4246973"/>
            <a:ext cx="3255829" cy="1391866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EC4A2DFA-2CAF-9A1B-4E8F-0F3A9ADDAA2D}"/>
              </a:ext>
            </a:extLst>
          </p:cNvPr>
          <p:cNvSpPr txBox="1"/>
          <p:nvPr/>
        </p:nvSpPr>
        <p:spPr>
          <a:xfrm>
            <a:off x="8974667" y="3832353"/>
            <a:ext cx="12656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Griffy  Font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22B487C-EE7A-B87A-5433-96F672581FB5}"/>
              </a:ext>
            </a:extLst>
          </p:cNvPr>
          <p:cNvSpPr txBox="1"/>
          <p:nvPr/>
        </p:nvSpPr>
        <p:spPr>
          <a:xfrm>
            <a:off x="8177583" y="501648"/>
            <a:ext cx="28597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Big Descriptive Icons/Interesting textures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D54A1DC-8AED-3693-6EE8-951226FA7050}"/>
              </a:ext>
            </a:extLst>
          </p:cNvPr>
          <p:cNvSpPr txBox="1"/>
          <p:nvPr/>
        </p:nvSpPr>
        <p:spPr>
          <a:xfrm>
            <a:off x="650874" y="733928"/>
            <a:ext cx="33068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Bold topography, Sense of calm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8B217B5-BFDC-EC2C-FB90-6498EB309261}"/>
              </a:ext>
            </a:extLst>
          </p:cNvPr>
          <p:cNvSpPr txBox="1"/>
          <p:nvPr/>
        </p:nvSpPr>
        <p:spPr>
          <a:xfrm>
            <a:off x="4533030" y="631465"/>
            <a:ext cx="26531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Clean feeling/font</a:t>
            </a:r>
          </a:p>
          <a:p>
            <a:r>
              <a:rPr lang="en-US" dirty="0"/>
              <a:t>Warm colors</a:t>
            </a:r>
          </a:p>
        </p:txBody>
      </p:sp>
    </p:spTree>
    <p:extLst>
      <p:ext uri="{BB962C8B-B14F-4D97-AF65-F5344CB8AC3E}">
        <p14:creationId xmlns:p14="http://schemas.microsoft.com/office/powerpoint/2010/main" val="32369347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4676BFEE-E63A-42A3-87D5-FD65694B70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9" name="Picture 8" descr="This may contain: an image of a city with cars and people on the street in japan that has been altered to look like collages">
            <a:extLst>
              <a:ext uri="{FF2B5EF4-FFF2-40B4-BE49-F238E27FC236}">
                <a16:creationId xmlns:a16="http://schemas.microsoft.com/office/drawing/2014/main" id="{50DEB261-C7B1-03B6-FAD1-823DB810315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148" r="6963"/>
          <a:stretch>
            <a:fillRect/>
          </a:stretch>
        </p:blipFill>
        <p:spPr>
          <a:xfrm>
            <a:off x="931381" y="525516"/>
            <a:ext cx="3940978" cy="580696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A8A34CE-1691-982C-701C-628EB04E1F2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001" r="1" b="1813"/>
          <a:stretch>
            <a:fillRect/>
          </a:stretch>
        </p:blipFill>
        <p:spPr>
          <a:xfrm rot="16200000">
            <a:off x="6263302" y="-628818"/>
            <a:ext cx="3613640" cy="5922300"/>
          </a:xfrm>
          <a:prstGeom prst="rect">
            <a:avLst/>
          </a:prstGeom>
        </p:spPr>
      </p:pic>
      <p:pic>
        <p:nvPicPr>
          <p:cNvPr id="4" name="Content Placeholder 3" descr="This may contain: the website page for spirited way, which features anime characters and their name on it">
            <a:extLst>
              <a:ext uri="{FF2B5EF4-FFF2-40B4-BE49-F238E27FC236}">
                <a16:creationId xmlns:a16="http://schemas.microsoft.com/office/drawing/2014/main" id="{1A119AEF-6BD3-C421-6AFA-00C9FBC98D0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rcRect t="-747" b="3779"/>
          <a:stretch>
            <a:fillRect/>
          </a:stretch>
        </p:blipFill>
        <p:spPr>
          <a:xfrm rot="16200000">
            <a:off x="5874498" y="3570051"/>
            <a:ext cx="2039896" cy="351649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C1084DA-3161-1404-75DB-D0DAA296D3A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5042" r="-4" b="24155"/>
          <a:stretch>
            <a:fillRect/>
          </a:stretch>
        </p:blipFill>
        <p:spPr>
          <a:xfrm rot="16200000">
            <a:off x="9018725" y="4260024"/>
            <a:ext cx="1976619" cy="213654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41BD2D7-96B2-4556-CAA9-5CC3312EAAA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6200000">
            <a:off x="9232556" y="-574805"/>
            <a:ext cx="438150" cy="15875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27D9754-9C70-5A2E-5626-D8C149C89A0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16200000">
            <a:off x="10569071" y="5770389"/>
            <a:ext cx="509754" cy="163382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587F176F-2FB2-EFFF-83D9-134026FFF32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25638" y="2675021"/>
            <a:ext cx="813984" cy="1899296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DEDB44A9-D567-245B-6337-A1D89B55A16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16200000">
            <a:off x="6785895" y="5851525"/>
            <a:ext cx="476250" cy="1536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09978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1518</TotalTime>
  <Words>22</Words>
  <Application>Microsoft Macintosh PowerPoint</Application>
  <PresentationFormat>Widescreen</PresentationFormat>
  <Paragraphs>6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Design Study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Ketevan Peranidze</dc:creator>
  <cp:lastModifiedBy>Ketevan Peranidze</cp:lastModifiedBy>
  <cp:revision>1</cp:revision>
  <dcterms:created xsi:type="dcterms:W3CDTF">2026-10-20T00:53:13Z</dcterms:created>
  <dcterms:modified xsi:type="dcterms:W3CDTF">2026-10-21T02:11:48Z</dcterms:modified>
</cp:coreProperties>
</file>